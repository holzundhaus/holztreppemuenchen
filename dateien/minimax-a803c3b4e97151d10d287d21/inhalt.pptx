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treppemuenchen/-/blob/82f436140e8db244aca3507f4604caa314dfd766/_posts/2026-10-18-setzstufen-holztreppe-offene-geschlossene-bauform.md" TargetMode="External"/><Relationship Id="rId3" Type="http://schemas.openxmlformats.org/officeDocument/2006/relationships/hyperlink" Target="https://holzundhaus.github.io/holztreppemuenchen/dateien/minimax-a803c3b4e97151d10d287d2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Setzstufen an Holztreppen: offene und geschlossene Bauform im Vergleich · Erklärende Präsentation</a:t>
            </a:r>
          </a:p>
        </p:txBody>
      </p:sp>
      <p:sp>
        <p:nvSpPr>
          <p:cNvPr id="3" name="Content Placeholder 2"/>
          <p:cNvSpPr>
            <a:spLocks noGrp="1"/>
          </p:cNvSpPr>
          <p:nvPr>
            <p:ph idx="1"/>
          </p:nvPr>
        </p:nvSpPr>
        <p:spPr/>
        <p:txBody>
          <a:bodyPr/>
          <a:lstStyle/>
          <a:p>
            <a:r>
              <a:t>Überblick: Setzstufen sind die vertikalen Bauteile, die bei einer Holztreppe den Raum zwischen zwei aufeinanderfolgenden Trittstufen ausfüllen. Sie bestimmen, ob eine Treppe von der Seite als durchgehende Fläche erscheint oder ob ein offener Spalt sichtbar bleibt. Diese Entscheidung beeinflusst nicht nur die Optik, sondern auch die Sicherheit, die Pflege und die Lichtverteilung im Raum. Wer eine Holztreppe in München planen lässt, steht daher häufig vor der Frage, welche Bauform zur eigenen Situation passt. Dieser Ratgeber stellt die beiden grundlegenden Varianten gegenüber, ohne eine pauschale Empfehlung auszusprechen – denn die richtige Wah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Setzstufen an einer Holztreppe verändern</a:t>
            </a:r>
          </a:p>
        </p:txBody>
      </p:sp>
      <p:sp>
        <p:nvSpPr>
          <p:cNvPr id="3" name="Content Placeholder 2"/>
          <p:cNvSpPr>
            <a:spLocks noGrp="1"/>
          </p:cNvSpPr>
          <p:nvPr>
            <p:ph idx="1"/>
          </p:nvPr>
        </p:nvSpPr>
        <p:spPr/>
        <p:txBody>
          <a:bodyPr/>
          <a:lstStyle/>
          <a:p>
            <a:pPr>
              <a:defRPr sz="1800"/>
            </a:pPr>
            <a:r>
              <a:t>Die Setzstufe ist die senkrechte Platte zwischen zwei Trittstufen. Bei der geschlossenen Bauform füllt sie den Zwischenraum vollständig aus, sodass der gesamte Treppenlauf von der Seite eine einheitliche Fläche bildet. Bei der offenen Bauform fehlt dieses Bauteil; zwischen den Trittstufen bleibt ein Spalt bestehen, der je nach Konstruktion wenige Millimeter bis über einen Zentimeter breit sein kann. Die Befestigung der Setzstufen richtet sich nach der Tragkonstruktion: Bei einer Wangentreppe werden sie häufig in eine Nut eingesetzt oder mit einem Falz an der Wange befestigt. Bei einer freitragenden Konstruktion mit Holm oder Bolzen muss die 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Setzstufen an einer Holztreppe verändern</a:t>
            </a:r>
          </a:p>
        </p:txBody>
      </p:sp>
      <p:sp>
        <p:nvSpPr>
          <p:cNvPr id="3" name="Content Placeholder 2"/>
          <p:cNvSpPr>
            <a:spLocks noGrp="1"/>
          </p:cNvSpPr>
          <p:nvPr>
            <p:ph idx="1"/>
          </p:nvPr>
        </p:nvSpPr>
        <p:spPr/>
        <p:txBody>
          <a:bodyPr/>
          <a:lstStyle/>
          <a:p>
            <a:pPr>
              <a:defRPr sz="1800"/>
            </a:pPr>
            <a:r>
              <a:t>ontage so erfolgen, dass die sichtbare Geometrie der Treppe erhalten bleibt. Materialseitig werden Setzstufen in der Regel aus dem gleichen Holz gefertigt wie die Trittstufen, können aber auch aus furnierten oder beschichteten Platten bestehen.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 und Sichtbarkeit der Stufenkante</a:t>
            </a:r>
          </a:p>
        </p:txBody>
      </p:sp>
      <p:sp>
        <p:nvSpPr>
          <p:cNvPr id="3" name="Content Placeholder 2"/>
          <p:cNvSpPr>
            <a:spLocks noGrp="1"/>
          </p:cNvSpPr>
          <p:nvPr>
            <p:ph idx="1"/>
          </p:nvPr>
        </p:nvSpPr>
        <p:spPr/>
        <p:txBody>
          <a:bodyPr/>
          <a:lstStyle/>
          <a:p>
            <a:pPr>
              <a:defRPr sz="1800"/>
            </a:pPr>
            <a:r>
              <a:t>Die bauordnungsrechtlichen Anforderungen an die Spaltweite regeln sich nach DIN 18065 in Verbindung mit der Bayerischen Bauordnung. Der Abstand zwischen zwei Trittstufen darf nicht so groß sein, dass ein Kinderfuß oder eine übliche Schuhgröße durchrutschen kann. Bei der geschlossenen Bauform.markiert die Setzstufe die Stufenkante zusätzlich als vertikale Linie. Das Auge erkennt den Übergang zwischen zwei Stufen leichter, was vor allem in Treppenhäusern mit wenig Licht von Vorteil sein kann. Bei der offenen Bauform entfällt diese optische Führung; die Trittkante der Trittstufe ist die einzige sichtbare Begrenzung. Beide Varianten können sicher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 und Sichtbarkeit der Stufenkante</a:t>
            </a:r>
          </a:p>
        </p:txBody>
      </p:sp>
      <p:sp>
        <p:nvSpPr>
          <p:cNvPr id="3" name="Content Placeholder 2"/>
          <p:cNvSpPr>
            <a:spLocks noGrp="1"/>
          </p:cNvSpPr>
          <p:nvPr>
            <p:ph idx="1"/>
          </p:nvPr>
        </p:nvSpPr>
        <p:spPr/>
        <p:txBody>
          <a:bodyPr/>
          <a:lstStyle/>
          <a:p>
            <a:pPr>
              <a:defRPr sz="1800"/>
            </a:pPr>
            <a:r>
              <a:t> ausgeführt werden – entscheidend ist, dass Steigung, Auftritt und Geländer zur konkreten Einbausituation passen.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Räumliche Wirkung und Gestaltung</a:t>
            </a:r>
          </a:p>
        </p:txBody>
      </p:sp>
      <p:sp>
        <p:nvSpPr>
          <p:cNvPr id="3" name="Content Placeholder 2"/>
          <p:cNvSpPr>
            <a:spLocks noGrp="1"/>
          </p:cNvSpPr>
          <p:nvPr>
            <p:ph idx="1"/>
          </p:nvPr>
        </p:nvSpPr>
        <p:spPr/>
        <p:txBody>
          <a:bodyPr/>
          <a:lstStyle/>
          <a:p>
            <a:pPr>
              <a:defRPr sz="1800"/>
            </a:pPr>
            <a:r>
              <a:t>Die offene Bauform lässt Licht durch die Trittstufen hindurchfallen. Das ist besonders in Altbauten mit beengten Grundrissen ein Vorteil, wenn die Treppe mitten im Raum steht und eine schwere Seitenfläche den Raum optisch verkleinern würde. Die Konstruktion tritt optisch zurück und wirkt leichter. Die geschlossene Bauform hingegen erzeugt eine ruhige, massive Seitenfläche, die die Treppe als gestalterisches Element betont. Werden Setzstufen und Trittstufen aus demselben Holz gefertigt, entsteht ein einheitliches Holzbild. Bei abweichenden Oberflächen – etwa furniert oder farblich abgesetzt – kann das bewusst als gestalterische Linie eingesetz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Räumliche Wirkung und Gestaltung</a:t>
            </a:r>
          </a:p>
        </p:txBody>
      </p:sp>
      <p:sp>
        <p:nvSpPr>
          <p:cNvPr id="3" name="Content Placeholder 2"/>
          <p:cNvSpPr>
            <a:spLocks noGrp="1"/>
          </p:cNvSpPr>
          <p:nvPr>
            <p:ph idx="1"/>
          </p:nvPr>
        </p:nvSpPr>
        <p:spPr/>
        <p:txBody>
          <a:bodyPr/>
          <a:lstStyle/>
          <a:p>
            <a:pPr>
              <a:defRPr sz="1800"/>
            </a:pPr>
            <a:r>
              <a:t>t werden, sollte aber vor der Fertigung bemustert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Reinigung im Alltag</a:t>
            </a:r>
          </a:p>
        </p:txBody>
      </p:sp>
      <p:sp>
        <p:nvSpPr>
          <p:cNvPr id="3" name="Content Placeholder 2"/>
          <p:cNvSpPr>
            <a:spLocks noGrp="1"/>
          </p:cNvSpPr>
          <p:nvPr>
            <p:ph idx="1"/>
          </p:nvPr>
        </p:nvSpPr>
        <p:spPr/>
        <p:txBody>
          <a:bodyPr/>
          <a:lstStyle/>
          <a:p>
            <a:pPr>
              <a:defRPr sz="1800"/>
            </a:pPr>
            <a:r>
              <a:t>Bei der offenen Bauform bleibt die Unterseite jeder Trittstufe sichtbar. Staub, der nach unten fällt, ist sofort erkennbar und kann mit einem Handfeger oder Staubsauger entfernt werden. Allerdings können kleine Gegenstände in die Spalten fallen und dort schwer zugänglich sein. Bei der geschlossenen Bauform bildet die Setzstufe eine glatte Fläche, die sich feucht abwischen lässt. Das reduziert die Ablagerungsstellen, verlängert aber die zu reinigende Seitenfläche pro Stufe um die Steigungshöhe. Für alle Holzoberflächen gilt: feucht wischen, nicht nass; das passende Pflegemittel zum eingesetzten Oberflächensystem verwenden. Bei lackierten Setzs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Reinigung im Alltag</a:t>
            </a:r>
          </a:p>
        </p:txBody>
      </p:sp>
      <p:sp>
        <p:nvSpPr>
          <p:cNvPr id="3" name="Content Placeholder 2"/>
          <p:cNvSpPr>
            <a:spLocks noGrp="1"/>
          </p:cNvSpPr>
          <p:nvPr>
            <p:ph idx="1"/>
          </p:nvPr>
        </p:nvSpPr>
        <p:spPr/>
        <p:txBody>
          <a:bodyPr/>
          <a:lstStyle/>
          <a:p>
            <a:pPr>
              <a:defRPr sz="1800"/>
            </a:pPr>
            <a:r>
              <a:t>tufen sollten keine scharfen Reiniger eingesetzt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welche Bauform in Frage kommt</a:t>
            </a:r>
          </a:p>
        </p:txBody>
      </p:sp>
      <p:sp>
        <p:nvSpPr>
          <p:cNvPr id="3" name="Content Placeholder 2"/>
          <p:cNvSpPr>
            <a:spLocks noGrp="1"/>
          </p:cNvSpPr>
          <p:nvPr>
            <p:ph idx="1"/>
          </p:nvPr>
        </p:nvSpPr>
        <p:spPr/>
        <p:txBody>
          <a:bodyPr/>
          <a:lstStyle/>
          <a:p>
            <a:pPr>
              <a:defRPr sz="1800"/>
            </a:pPr>
            <a:r>
              <a:t>Die offene Bauform eignet sich, wenn der Treppenraum luftig wirken soll, wenig Grundfläche zur Verfügung steht oder Licht durch die Treppe fallen soll. Sie kommt häufig bei freitragenden Konstruktionen und in modernen Wohnungen vor. Die geschlossene Bauform passt, wenn die Treppe als gestalterisches Element eine geschlossene Fläche zeigen soll, wenn kleine Kinder die Treppe regelmäßig nutzen oder wenn eine glatte Seitenfläche die Reinigung erleichtern soll. Auch bei erhöhter Trittschallempfindlichkeit kann die geschlossene Fläche einen Teil des Schalls absorbieren. Vor der Entscheidung sollten Steigung, Auftritt und Tragkonstruktion festgeleg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welche Bauform in Frage kommt</a:t>
            </a:r>
          </a:p>
        </p:txBody>
      </p:sp>
      <p:sp>
        <p:nvSpPr>
          <p:cNvPr id="3" name="Content Placeholder 2"/>
          <p:cNvSpPr>
            <a:spLocks noGrp="1"/>
          </p:cNvSpPr>
          <p:nvPr>
            <p:ph idx="1"/>
          </p:nvPr>
        </p:nvSpPr>
        <p:spPr/>
        <p:txBody>
          <a:bodyPr/>
          <a:lstStyle/>
          <a:p>
            <a:pPr>
              <a:defRPr sz="1800"/>
            </a:pPr>
            <a:r>
              <a:t>t sein. Erst danach lohnt sich die Abwägung zwischen offener und geschlossener Bauform.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Setzstufen an Holztreppen: offene und geschlossene Bauform im Vergleich</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